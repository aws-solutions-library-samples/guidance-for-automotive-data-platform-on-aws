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1220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STREAM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</a:defRPr>
            </a:pPr>
            <a:r>
              <a:t>Amazon Managed Service for Apache Flink — Real-time analytics on vehicle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Fully managed Apache Flink for real-time processing of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vehicle telemetry streams with sub-second latency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Stateful stream processing — windowed aggregations,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pattern detection, and sessionization across vehicle events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Real-time anomaly detection — identify battery degradation,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sensor drift, or driving behavior changes as they happen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Complex event processing (CEP) — correlate signals across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multiple ECUs to detect multi-signal failure patterns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Native MSK/Kafka integration — consume directly from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Kafka topics, write results to S3, Timestream, or Kinesis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SQL and Java/Python APIs — data engineers use Flink SQL,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platform teams use Java/Python for complex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Differentiators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91640"/>
            <a:ext cx="68580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7830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Databricks Structured Streaming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Flink delivers true sub-second latency for safety-critical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use cases (DTC alerts, geofencing). Spark Structured Streaming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is micro-batch — seconds to minutes of latency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Decodable / Striim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Managed Flink offers full Flink API access for complex stateful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logic. Decodable/Striim are simpler but limited for advanced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CEP patterns needed in vehicle anomaly detection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Self-managed Flink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Zero operational overhead — auto-scaling, checkpointing,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snapshots, and upgrades are fully managed. No clusters to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provision, patch, or right-size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Pay-as-you-go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No upfront costs or licenses — pay only for KPUs consumed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7D96"/>
                </a:solidFill>
              </a:defRPr>
            </a:pPr>
            <a:r>
              <a:t>Automotive Use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Battery degradation, sensor drift, DTC correlation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Geofencing &amp;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Real-time location triggers and driver notifications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Predictive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Enrich telemetry with ML features for downstream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