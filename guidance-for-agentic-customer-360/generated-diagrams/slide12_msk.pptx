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8288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E1220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EVENT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</a:defRPr>
            </a:pPr>
            <a:r>
              <a:t>Amazon MSK — Managed Streaming for Apache Kafka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What Amazon MSK Does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400800" cy="42062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Fully managed Apache Kafka that decouples vehicle data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ingestion from processing — durable, replayable, ordered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Buffers billions of vehicle events per day with configurable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retention (hours to indefinite) for replay and reprocessing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Fan-out to multiple consumers — same telemetry stream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feeds analytics, ML, alerting, and third-party systems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MSK Serverless eliminates capacity planning — auto-scales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throughput with no brokers to provision or manage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MSK Connect deploys Kafka connectors (S3, Redshift,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OpenSearch, Snowflake) with zero custom code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Native integration with IoT Core Rules Engine — route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MQTT messages directly into Kafka topics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280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Why MSK over Alternatives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691640"/>
            <a:ext cx="6858000" cy="42062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178308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vs. Confluent Cloud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MSK Serverless is 40-60% lower cost at automotive scale.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No per-partition pricing — critical when thousands of vehicles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each publish to dedicated topics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vs. Redpanda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MSK offers deeper AWS integration (PrivateLink, IAM auth,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CloudWatch metrics, MSK Connect). Redpanda is Kafka-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compatible but lacks native AWS service integrations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vs. Amazon Kinesis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Kafka's consumer group model and topic-based routing are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better suited for vehicle platforms with diverse downstream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consumers. Existing Kafka expertise transfers directly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Open standard — no lock-in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Apache Kafka protocol means portability across MSK,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Confluent, Redpanda, or self-managed clusters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E7D96"/>
                </a:solidFill>
              </a:defRPr>
            </a:pPr>
            <a:r>
              <a:t>Key Capabilities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446520"/>
            <a:ext cx="4389120" cy="64008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73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MSK Serverless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720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Auto-scaling Kafka — no brokers to manage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6446520"/>
            <a:ext cx="4389120" cy="64008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6473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MSK Connect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720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Managed connectors to S3, Redshift, OpenSearch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6446520"/>
            <a:ext cx="4389120" cy="64008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19" y="6473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Schema Registry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19" y="6720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Enforce data contracts across vehicle 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