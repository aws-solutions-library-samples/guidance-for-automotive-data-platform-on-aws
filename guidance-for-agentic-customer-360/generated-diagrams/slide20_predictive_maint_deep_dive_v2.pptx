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Dual-path tire failure prediction: ML anomaly detection + physics-based slow leak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6675120" cy="5486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</a:defRPr>
            </a:pPr>
            <a:r>
              <a:t>① 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51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Redshift Datashare (MMT telemetry)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Hourly SQL query via Lambda → raw tire data to S3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1554480"/>
            <a:ext cx="0" cy="182880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1737360"/>
            <a:ext cx="6675120" cy="6858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② Root ETL (Glue)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Hourly · Spark · CSV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Clean erroneous values · Unit conversions · Weave multi-table by vehicle_id + timestamp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Output: partitioned by date/hour → feeds both ML and Filtering paths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423160"/>
            <a:ext cx="0" cy="22860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2423160"/>
            <a:ext cx="0" cy="228600"/>
          </a:xfrm>
          <a:prstGeom prst="line">
            <a:avLst/>
          </a:prstGeom>
          <a:ln w="127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651760"/>
            <a:ext cx="3200400" cy="10058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</a:defRPr>
            </a:pPr>
            <a:r>
              <a:t>③ ML ETL (Daily)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Step Function → Glue Job: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Resample to 1-day intervals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Engineer: delta_pressure, delta_temp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Normalize: z-score (Welford's)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Stats persisted in SSM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2651760"/>
            <a:ext cx="3200400" cy="10058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③ Slow Leak Filter (Nightly)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9260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Step Function → Lambda → Glue: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Quantile filter (10th pctl rolling)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Daily aggregation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Leak rate = ΔPSI / Δdays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Severity: H&gt;3, M&gt;2, L&gt;1 PSI/day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3657600"/>
            <a:ext cx="0" cy="182880"/>
          </a:xfrm>
          <a:prstGeom prst="line">
            <a:avLst/>
          </a:prstGeom>
          <a:ln w="127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03520" y="3657600"/>
            <a:ext cx="0" cy="18288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3840480"/>
            <a:ext cx="3200400" cy="12344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86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</a:defRPr>
            </a:pPr>
            <a:r>
              <a:t>④ ML Training &amp;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Training (Step Function):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SageMaker Random Cut Forest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4× ml.m5.12xlarge instances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Hyperparams: feature_dim, num_trees</a:t>
            </a:r>
          </a:p>
          <a:p>
            <a:pPr algn="l">
              <a:defRPr sz="900" b="1">
                <a:solidFill>
                  <a:srgbClr val="FFFFFF"/>
                </a:solidFill>
              </a:defRPr>
            </a:pPr>
            <a:r>
              <a:t>Inference (Daily Step Function):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Batch Transform → ml.m5.12xlarge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Anomaly score per tire per 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3840480"/>
            <a:ext cx="3200400" cy="12344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38862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</a:defRPr>
            </a:pPr>
            <a:r>
              <a:t>④ Leak Detection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1148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Per tire results: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Leak rate (PSI/day)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Severity (HIGH/MED/LOW)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Time to 80 PSI threshold</a:t>
            </a:r>
          </a:p>
          <a:p>
            <a:pPr algn="l">
              <a:defRPr sz="900" b="1">
                <a:solidFill>
                  <a:srgbClr val="FFFFFF"/>
                </a:solidFill>
              </a:defRPr>
            </a:pPr>
            <a:r>
              <a:t>Metrics to CloudWatch: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num_slow_leak_detected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num_aaids, num_tires processed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074920"/>
            <a:ext cx="1508760" cy="22860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3794760" y="5074920"/>
            <a:ext cx="1508760" cy="22860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5303520"/>
            <a:ext cx="6675120" cy="77724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492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⑤ Alerts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778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EC8DC"/>
                </a:solidFill>
              </a:defRPr>
            </a:pPr>
            <a:r>
              <a:t>ML predictions + Filtering results → S3 upload triggers alerts-transformer Lambda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→ DynamoDB (PENDING) → SQS queue → alerts-processor Lambda (PROCESSED) → downstream CSV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Failed alerts → DLQ → alerts-cleaner Lambda (FAILED) · 99th percentile anomaly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10058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TRAINING DATASET &amp; FEATURES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1280160"/>
            <a:ext cx="6675120" cy="15087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132588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Data Pipeline: Redshift → Root ETL → ML ETL → SageMaker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1554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Raw Features (from telemetry):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pressure (tire PSI)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temperature (°F)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vehicle_id, tire_id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timestamp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15544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Engineered Features: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delta_pressure (lag diff)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delta_temp (lag diff)</a:t>
            </a:r>
          </a:p>
          <a:p>
            <a:pPr algn="l">
              <a:defRPr sz="900" b="1">
                <a:solidFill>
                  <a:srgbClr val="FFFFFF"/>
                </a:solidFill>
              </a:defRPr>
            </a:pPr>
            <a:r>
              <a:t>Normalization: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Z-score with running stats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• Welford's online algorithm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292608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MODEL CONFIGURATION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3200400"/>
            <a:ext cx="6675120" cy="11887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246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Algorithm:</a:t>
            </a:r>
          </a:p>
          <a:p>
            <a:pPr algn="l">
              <a:defRPr sz="900" b="1">
                <a:solidFill>
                  <a:srgbClr val="38BDF8"/>
                </a:solidFill>
              </a:defRPr>
            </a:pPr>
            <a:r>
              <a:t>SageMaker Random Cut Forest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Unsupervised anomaly detection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No labeled data required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• Anomaly score output (0.0–1.0)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32461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Infrastructure:</a:t>
            </a:r>
          </a:p>
          <a:p>
            <a:pPr algn="l">
              <a:defRPr sz="900" b="0">
                <a:solidFill>
                  <a:srgbClr val="38BDF8"/>
                </a:solidFill>
              </a:defRPr>
            </a:pPr>
            <a:r>
              <a:t>Training: 4× ml.m5.12xlarge</a:t>
            </a:r>
          </a:p>
          <a:p>
            <a:pPr algn="l">
              <a:defRPr sz="900" b="0">
                <a:solidFill>
                  <a:srgbClr val="38BDF8"/>
                </a:solidFill>
              </a:defRPr>
            </a:pPr>
            <a:r>
              <a:t>Batch: 1× ml.m5.12xlarge</a:t>
            </a:r>
          </a:p>
          <a:p>
            <a:pPr algn="l">
              <a:defRPr sz="900" b="0">
                <a:solidFill>
                  <a:srgbClr val="38BDF8"/>
                </a:solidFill>
              </a:defRPr>
            </a:pPr>
            <a:r>
              <a:t>Endpoint: 1× ml.m5.xlarge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Threshold: 99th percentile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572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REAL-TIME PREDICTION API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06640" y="4846320"/>
            <a:ext cx="6675120" cy="100584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4892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POST /predict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Input: vehicle_id, tire_id,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pressure, temperature,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delta_pressure, delta_temp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48920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</a:defRPr>
            </a:pPr>
            <a:r>
              <a:t>Response: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{ anomaly_score: 0.75,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  prediction: true }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API Gateway + Lambda + SageMaker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6035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DUAL-PATH 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6309360"/>
            <a:ext cx="3200400" cy="68580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6355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</a:defRPr>
            </a:pPr>
            <a:r>
              <a:t>ML Path (Random Cut Forest)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Unsupervised anomaly scoring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Catches novel failure patterns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81360" y="6309360"/>
            <a:ext cx="3200400" cy="68580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55680" y="63550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</a:defRPr>
            </a:pPr>
            <a:r>
              <a:t>Filter Path (Physics-based)</a:t>
            </a:r>
          </a:p>
          <a:p>
            <a:pPr algn="l">
              <a:defRPr sz="900" b="0">
                <a:solidFill>
                  <a:srgbClr val="BEC8DC"/>
                </a:solidFill>
              </a:defRPr>
            </a:pPr>
            <a:r>
              <a:t>Leak rate + severity classification</a:t>
            </a:r>
          </a:p>
          <a:p>
            <a:pPr algn="l">
              <a:defRPr sz="900" b="0">
                <a:solidFill>
                  <a:srgbClr val="6E7D96"/>
                </a:solidFill>
              </a:defRPr>
            </a:pPr>
            <a:r>
              <a:t>Deterministic, explainable results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7223760"/>
            <a:ext cx="13624560" cy="41148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7-14 day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advance warning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4 features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pressure, temp, Δp, Δt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632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Dual-path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ML + physics filters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Real-time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API + batch inference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99th pctl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anomaly threshold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725119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3 severity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0" y="7424927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E7D96"/>
                </a:solidFill>
              </a:defRPr>
            </a:pPr>
            <a:r>
              <a:t>HIGH / MED / LOW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