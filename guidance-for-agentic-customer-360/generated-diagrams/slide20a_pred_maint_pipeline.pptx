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8DC"/>
                </a:solidFill>
              </a:defRPr>
            </a:pPr>
            <a:r>
              <a:t>From Redshift telemetry to dual-path prediction: ML anomaly detection + physics-based leak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353312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①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Redshift Datashare — MMT tire telemetry (pressure, temperature, vehicle_id, tire_id, timestamp)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Hourly CloudWatch cron → Redshift Query Lambda → SQL query on datashare tables → raw CSV uploaded to S3 raw data bucket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1783080"/>
            <a:ext cx="0" cy="22860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13533120" cy="777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② Root 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Amazon Glue (Spark) · Hourly · 30 min offset from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1280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Clean erroneous values · Parse timestamps (multi-format) · Unit conversions · Drop null vehicle_id/tire_id/timestamp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Weave data from multiple Redshift tables into single source by vehicle_id + timestamp → Output: S3 ETL bucket, partitioned by date/hour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788920"/>
            <a:ext cx="0" cy="27432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2788920"/>
            <a:ext cx="0" cy="27432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0040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</a:defRPr>
            </a:pPr>
            <a:r>
              <a:t>ML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FILTERING 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6400800" cy="13716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③ ML ETL Pipeline (Daily Step Function)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Lambda triggers Glue Job: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1. Add metadata (first/last timestamp)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2. Resample to 1-day intervals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Group by vehicle_id + tire_id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Apply mean/median/mode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3. Engineer features: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 • delta_pressure (lag difference)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 • delta_temp (lag difference)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Normalize (z-score):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Welford's online algorithm → SSM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063240"/>
            <a:ext cx="6400800" cy="13716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108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③ Slow Leak Detection (Nightly Step Function)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Lambda → Glue Job per tire: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1. Quantile filter (10th pctl rolling)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 Weights toward lower values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2. Daily aggregation (smooth noise)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3. Detect pressure drops &gt;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4. Calculate leak rate: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   (first_psi − last_psi) / Δdays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5. Classify severity:</a:t>
            </a:r>
          </a:p>
          <a:p>
            <a:pPr algn="l">
              <a:defRPr sz="1000" b="0">
                <a:solidFill>
                  <a:srgbClr val="34D399"/>
                </a:solidFill>
              </a:defRPr>
            </a:pPr>
            <a:r>
              <a:t>   HIGH &gt; 3 · MED &gt; 2 · LOW &gt; 1 PSI/day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6. Estimate time to 80 PSI threshold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49039" y="4434840"/>
            <a:ext cx="0" cy="27432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881360" y="4434840"/>
            <a:ext cx="0" cy="27432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4709160"/>
            <a:ext cx="6400800" cy="10515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④ ML Inference (Daily Step Function)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Lambda reads model name from SSM → starts SageMaker Batch Transform (ml.m5.12xlarge)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Input: normalized features from ML ETL bucket · Output: anomaly score per vehicle_id + tire_id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Status polling Lambda (30s intervals) → on completion, raw predictions (.csv.out) written to 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709160"/>
            <a:ext cx="6400800" cy="10515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754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④ Filtering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0292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Per tire: leak_rate (PSI/day), severity (HIGH/MED/LOW), time_to_80_psi (days)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Results written to S3 as CSV · Optional DynamoDB table (id + aaid sort key)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CloudWatch metrics: num_slow_leak_detected, num_aaids, num_tires, processing_time_s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49039" y="5760720"/>
            <a:ext cx="3566161" cy="27432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15200" y="5760720"/>
            <a:ext cx="3566160" cy="27432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" y="5989320"/>
            <a:ext cx="13533120" cy="10058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035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⑤ Unified Alerts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035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Both ML and Filtering results converge 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0936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S3 upload (ml/ or filtering/ prefix) → S3 Event Notification → alerts-transformer Lambda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→ Writes PENDING alerts to DynamoDB (partition: alertId = source_vehicleId_tireId, sort: timestamp) → sends to SQS alerts-processing queue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→ alerts-processor Lambda: reads DynamoDB, updates status to PROCESSED, writes downstream CSV · Failed → DLQ → alerts-cleaner sets FAILED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7223760"/>
            <a:ext cx="13716000" cy="4114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Hourly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data ingestion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Daily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ML ETL +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Nightly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leak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Dual-path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ML + physics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3 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HIGH / MED / 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DynamoDB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alert lifecycle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7008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CloudWatch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7008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full observability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