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9900"/>
                </a:solidFill>
              </a:defRPr>
            </a:pPr>
            <a:r>
              <a:t>PREDICTIVE MAINTENANCE —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280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EC8DC"/>
                </a:solidFill>
              </a:defRPr>
            </a:pPr>
            <a:r>
              <a:t>Dual-path tire failure prediction: ML anomaly detection + physics-based slow leak filtering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3533120" cy="2926080"/>
          </a:xfrm>
          <a:prstGeom prst="roundRect">
            <a:avLst/>
          </a:prstGeom>
          <a:solidFill>
            <a:srgbClr val="12182D"/>
          </a:solidFill>
          <a:ln w="19050"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77440"/>
            <a:ext cx="1316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9900"/>
                </a:solidFill>
              </a:defRPr>
            </a:pPr>
            <a:r>
              <a:t>← INSERT ARCHITECTURE DIAGRAM: Redshift → Root ETL → [ML | Filter] → Alerts 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60520"/>
            <a:ext cx="1280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4D399"/>
                </a:solidFill>
              </a:defRPr>
            </a:pPr>
            <a:r>
              <a:t>SHARED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407408"/>
            <a:ext cx="13533120" cy="18288"/>
          </a:xfrm>
          <a:prstGeom prst="rect">
            <a:avLst/>
          </a:prstGeom>
          <a:solidFill>
            <a:srgbClr val="232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4480560"/>
            <a:ext cx="1353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Redshift Datashare (hourly query) → Root ETL Glue Spark (clean, convert, weave multi-table by vehicle_id + timestamp) → S3 partitioned by date/hour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ML ANOMALY DETECTION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184648"/>
            <a:ext cx="54864" cy="1828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ML ETL (daily Step Function → Glue)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Resample to 1-day intervals · Engineer delta_pressure, delta_temp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Normalize via z-score using Welford's online algorithm (stats in SSM)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Training (Step Function → SageMaker)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Random Cut Forest · 4× ml.m5.12xlarge · 400 GiB · Unsupervised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Hyperparams: feature_dim, num_samples_per_tree (256), num_trees (100)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Inference (daily Step Function)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Batch Transform (ml.m5.12xlarge) → anomaly score per tire per day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Threshold: 99th percentile of batch scores → SSM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4937760"/>
            <a:ext cx="6400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</a:defRPr>
            </a:pPr>
            <a:r>
              <a:t>PHYSICS-BASED LEAK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5184648"/>
            <a:ext cx="54864" cy="18288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5212080"/>
            <a:ext cx="6217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</a:defRPr>
            </a:pPr>
            <a:r>
              <a:t>Detection (nightly Step Function → Glue)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Quantile filter: 10th percentile rolling window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Daily aggregation to smooth sensor noise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Detect pressure drops exceeding threshold over time window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1">
                <a:solidFill>
                  <a:srgbClr val="FFFFFF"/>
                </a:solidFill>
              </a:defRPr>
            </a:pPr>
            <a:r>
              <a:t>Leak Rate Calculation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(first_psi − last_psi) / Δdays = PSI/day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  <a:r>
              <a:t>Severity: HIGH &gt;3 · MEDIUM &gt;2 · LOW &gt;1 PSI/day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Time-to-80-PSI threshold estimate for maintenance planning</a:t>
            </a:r>
          </a:p>
          <a:p>
            <a:pPr algn="l">
              <a:spcBef>
                <a:spcPts val="200"/>
              </a:spcBef>
              <a:defRPr sz="1000" b="0">
                <a:solidFill>
                  <a:srgbClr val="BEC8DC"/>
                </a:solidFill>
              </a:defRPr>
            </a:pPr>
          </a:p>
          <a:p>
            <a:pPr algn="l">
              <a:spcBef>
                <a:spcPts val="200"/>
              </a:spcBef>
              <a:defRPr sz="1000" b="0">
                <a:solidFill>
                  <a:srgbClr val="6E7D96"/>
                </a:solidFill>
              </a:defRPr>
            </a:pPr>
            <a:r>
              <a:t>CloudWatch: num_slow_leak_detected, num_aaids, processing_time_s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7178040"/>
            <a:ext cx="13533120" cy="1828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9037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9900"/>
                </a:solidFill>
              </a:defRPr>
            </a:pPr>
            <a:r>
              <a:t>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6903720"/>
            <a:ext cx="1188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Both paths → S3 trigger → DynamoDB (PENDING) → SQS → processor (PROCESSED) → DLQ → cleaner (FAILED) · 99th pctl 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7223760"/>
            <a:ext cx="1353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9900"/>
                </a:solidFill>
              </a:defRPr>
            </a:pPr>
            <a:r>
              <a:t>7-14 day advance warning  ·  4 features  ·  Dual-path validation  ·  Real-time API + batch  ·  3 severity levels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