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8288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E1220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CELLULAR CONNECTIVITY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</a:defRPr>
            </a:pPr>
            <a:r>
              <a:t>Amazon Connectivity Services (ACS)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What ACS Does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400800" cy="42062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Managed connectivity orchestration for connected vehicles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at scale — from cellular to Wi-Fi to satellite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Multi-MNO profile management with sub-60-second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automated switching via cloud-based eSIM (SGP.31/32)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Network Coverage &amp; Quality SDK — real-time signal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monitoring, billing validation, and anomaly detection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Wi-Fi offloading across 50M+ access points (US),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reducing data costs 50-70% for non-latency-sensitive traffic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Multi-connectivity ready: cellular, Wi-Fi, Amazon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Sidewalk, and Amazon LEO satellite (Kuiper)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▸  Single pane of glass — unified management across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   all carriers, networks, and connectivity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280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Why ACS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691640"/>
            <a:ext cx="6858000" cy="42062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178308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Proven at Amazon scale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Manages connectivity for Amazon Last Mile fleet, Zoox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autonomous vehicles, and 40+ Amazon business customers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Eliminates aggregator margins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Direct tier 1 MNO partnerships remove 15-30% aggregator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markup — achieving automotive market rates ($0.60-1.20/GB)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Creates MNO negotiating leverage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SGP.31/32 eSIM enables dynamic traffic reallocation —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MNOs know you can shift traffic to competitors in minutes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</a:defRPr>
            </a:pPr>
            <a:r>
              <a:t>Transforms connectivity from cost center to advantage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Data consumption growing 3x+ every 2 years (5 GB → 207 GB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BEC8DC"/>
                </a:solidFill>
              </a:defRPr>
            </a:pPr>
            <a:r>
              <a:t>per vehicle by 2029) — infrastructure must scale with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E7D96"/>
                </a:solidFill>
              </a:defRPr>
            </a:pPr>
            <a:r>
              <a:t>Key Products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446520"/>
            <a:ext cx="4389120" cy="64008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73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Conekt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720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Connectivity orchestration &amp; MNO 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6446520"/>
            <a:ext cx="4389120" cy="64008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6473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Network Quality SDK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720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Device-side monitoring &amp; billing 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6446520"/>
            <a:ext cx="4389120" cy="64008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19" y="6473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SGP.31/32 eSIM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19" y="6720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Cloud-based multi-profile eSIM 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