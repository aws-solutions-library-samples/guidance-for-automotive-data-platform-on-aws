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DATA MESH FOUNDATION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8DC"/>
                </a:solidFill>
              </a:defRPr>
            </a:pPr>
            <a:r>
              <a:t>SageMaker Unified Studio (DataZone V2) with federated catalog, blueprints, and domain-oriented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3533120" cy="146304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SageMaker Unified Studio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143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DataZone V2 · SSO via IAM Identity Center · AUTOMATIC user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Domain: automotive-data-platform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DomainExecutionRole trusts:</a:t>
            </a:r>
          </a:p>
          <a:p>
            <a:pPr algn="l">
              <a:defRPr sz="900" b="0">
                <a:solidFill>
                  <a:srgbClr val="38BDF8"/>
                </a:solidFill>
              </a:defRPr>
            </a:pPr>
            <a:r>
              <a:t>  datazone, sagemaker, lakeformation, glue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S3, Glue, Athena, Redshift, Lake Formation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  access policies built in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Portal URL for web-based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4173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Enabled Blueprints:</a:t>
            </a:r>
          </a:p>
          <a:p>
            <a:pPr algn="l">
              <a:defRPr sz="900" b="0">
                <a:solidFill>
                  <a:srgbClr val="38BDF8"/>
                </a:solidFill>
              </a:defRPr>
            </a:pPr>
            <a:r>
              <a:t>• ML Analysis (SageMaker)</a:t>
            </a:r>
          </a:p>
          <a:p>
            <a:pPr algn="l">
              <a:defRPr sz="900" b="0">
                <a:solidFill>
                  <a:srgbClr val="34D399"/>
                </a:solidFill>
              </a:defRPr>
            </a:pPr>
            <a:r>
              <a:t>• Tooling (Glue, Athena)</a:t>
            </a:r>
          </a:p>
          <a:p>
            <a:pPr algn="l">
              <a:defRPr sz="900" b="0">
                <a:solidFill>
                  <a:srgbClr val="8B5CF6"/>
                </a:solidFill>
              </a:defRPr>
            </a:pPr>
            <a:r>
              <a:t>• Redshift (data warehouse)</a:t>
            </a:r>
          </a:p>
          <a:p>
            <a:pPr algn="l">
              <a:defRPr sz="900" b="0">
                <a:solidFill>
                  <a:srgbClr val="FBBF24"/>
                </a:solidFill>
              </a:defRPr>
            </a:pPr>
            <a:r>
              <a:t>• EMR (big data processing)</a:t>
            </a:r>
          </a:p>
          <a:p>
            <a:pPr algn="l">
              <a:defRPr sz="900" b="0">
                <a:solidFill>
                  <a:srgbClr val="F472B6"/>
                </a:solidFill>
              </a:defRPr>
            </a:pPr>
            <a:r>
              <a:t>• Bedrock (generative 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417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Project Profiles: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Default profile for auto use cases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Team-based access control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Shared notebooks and queries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Data lineage tracking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Searchable data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SHARED INFRASTRUCTURE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6675120" cy="14630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Networking: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VPC (10.0.0.0/16)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3 private subnets across AZs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NAT Gateway for outbound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VPC endpoints: S3, Glue,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  SageMaker, Athena, Redshift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1089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Storage: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DataZone environment bucket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  (encrypted, versioned, logged)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Access logs bucket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Glue database for catalog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S3 data lake (per-solution)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7889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DATA CATALOG &amp; PUBLISHING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063240"/>
            <a:ext cx="6492240" cy="14630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108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Glue → DataZone Publishing: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Discover Glue databases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Create data source in DataZone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Run discovery job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Accept discovered assets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Publish to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3108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Automotive Data Assets:</a:t>
            </a:r>
          </a:p>
          <a:p>
            <a:pPr algn="l">
              <a:defRPr sz="900" b="0">
                <a:solidFill>
                  <a:srgbClr val="38BDF8"/>
                </a:solidFill>
              </a:defRPr>
            </a:pPr>
            <a:r>
              <a:t>• Customer 360 (CRM + service)</a:t>
            </a:r>
          </a:p>
          <a:p>
            <a:pPr algn="l">
              <a:defRPr sz="900" b="0">
                <a:solidFill>
                  <a:srgbClr val="34D399"/>
                </a:solidFill>
              </a:defRPr>
            </a:pPr>
            <a:r>
              <a:t>• Vehicle telemetry (IoT)</a:t>
            </a:r>
          </a:p>
          <a:p>
            <a:pPr algn="l">
              <a:defRPr sz="900" b="0">
                <a:solidFill>
                  <a:srgbClr val="8B5CF6"/>
                </a:solidFill>
              </a:defRPr>
            </a:pPr>
            <a:r>
              <a:t>• Tire prediction data</a:t>
            </a:r>
          </a:p>
          <a:p>
            <a:pPr algn="l">
              <a:defRPr sz="900" b="0">
                <a:solidFill>
                  <a:srgbClr val="FBBF24"/>
                </a:solidFill>
              </a:defRPr>
            </a:pPr>
            <a:r>
              <a:t>• Sales &amp; inventory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Weather &amp; external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IAM ROLES &amp; ACCESS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6675120" cy="13716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DomainExecutionRole: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SageMaker: Describe, Create, Delete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S3: Read/Write datazone-* buckets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Glue: Full catalog access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Athena: Query execution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Lake Formation: Grant/Revoke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Redshift: Describe +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0749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Blueprint Provisioning Roles: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ManageAccessRole (per blueprint)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ProvisioningRole (environment)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Scoped to specific blueprint ARNs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</a:p>
          <a:p>
            <a:pPr algn="l">
              <a:defRPr sz="900" b="1">
                <a:solidFill>
                  <a:srgbClr val="FFFFFF"/>
                </a:solidFill>
              </a:defRPr>
            </a:pPr>
            <a:r>
              <a:t>DomainServiceRole: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DataZone + SSO + IdentityStore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7548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PERSONA-BASED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5029200"/>
            <a:ext cx="3108960" cy="13716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5074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t>Data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Glue ETL jobs for data prep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Athena queries for validation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Publish datasets to catalog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Manage data quality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0" y="5029200"/>
            <a:ext cx="3108960" cy="13716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0" y="5074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ML Engineer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53035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SageMaker notebooks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Model training &amp; deployment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Tire prediction project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Experiment tracking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629400"/>
            <a:ext cx="13624560" cy="45720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656832"/>
            <a:ext cx="1280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</a:defRPr>
            </a:pPr>
            <a:r>
              <a:t>CloudFormation stacks: shared-resources.yaml → datazone-domain.yaml → blueprint-roles.yaml → enable-all-blueprints.yaml → policy-grants.yaml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858000"/>
            <a:ext cx="1280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Deployment: deploy-complete-platform.sh automates full stack · publish-data-sources.sh catalogs Glue databases into DataZone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7269480"/>
            <a:ext cx="13624560" cy="36576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72969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DataZone 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7452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unified catalog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72969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SSO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7452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IAM Identity Center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72969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5 blueprints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7452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ML, Glue, Redshift, EMR, Bedrock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72969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3 AZ VPC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7452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private subnets + endpoints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72969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Lake Formation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7452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fine-grained access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0" y="72969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CloudFormation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0" y="7452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IaC 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