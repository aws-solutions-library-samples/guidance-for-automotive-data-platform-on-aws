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9900"/>
                </a:solidFill>
              </a:defRPr>
            </a:pPr>
            <a:r>
              <a:t>PREDICTIVE MAINTENANCE — MODEL &amp;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EC8DC"/>
                </a:solidFill>
              </a:defRPr>
            </a:pPr>
            <a:r>
              <a:t>SageMaker Random Cut Forest training, batch inference, real-time API, and anomaly thresholding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3533120" cy="1645920"/>
          </a:xfrm>
          <a:prstGeom prst="roundRect">
            <a:avLst/>
          </a:prstGeom>
          <a:solidFill>
            <a:srgbClr val="141C34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SageMaker Random Cut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280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EC8DC"/>
                </a:solidFill>
              </a:defRPr>
            </a:pPr>
            <a:r>
              <a:t>Unsupervised anomaly detection — learns normal fleet patterns, scores deviations without labeled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Training: 4× ml.m5.12xlarge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400 GiB volume · max 1 hour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RCF container from ECR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916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Hyperparameters: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feature_dim · num_samples_per_tree: 256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num_trees: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691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Endpoint: ml.m5.xlarge (real-time)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Batch: ml.m5.12xlarge (daily)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Threshold: 99th pctl → SSM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</a:defRPr>
            </a:pPr>
            <a:r>
              <a:t>DATASET &amp;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72968"/>
            <a:ext cx="228600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4612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Source: Redshift Datashare (MMT telemetry)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Hourly ingestion → Root ETL → ML ETL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Raw: pressure, temperature, vehicle_id, tire_id, timestamp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Engineered: delta_pressure, delta_temp (lag diffs)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Normalized: z-score via Welford's online algorithm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Running stats persisted in SSM Parameter Store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8B5CF6"/>
                </a:solidFill>
              </a:defRPr>
            </a:pPr>
            <a:r>
              <a:t>Training cols: [pressure, temp, Δp, Δt]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Inference cols: [metadata] + training cols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9260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TRAINING 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3172968"/>
            <a:ext cx="210312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324612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Step Function orchestration: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1. ML ETL cleaner Lambda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2. Generate unique training job ID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3. SageMaker CreateTrainingJob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4. Wait for completion (.sync)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5. CreateModel from artifacts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6. Update model name → SSM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7. CreateEndpointConfig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8. UpdateEndpoint (or Create)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29260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</a:defRPr>
            </a:pPr>
            <a:r>
              <a:t>INFERENCE &amp;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0" y="3172968"/>
            <a:ext cx="1828800" cy="1828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324612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Batch (daily Step Function):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Lambda → Batch Transform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InputFilter: $[4:7] (features only)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OutputFilter: metadata + score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Polling: 30s intervals until done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1">
                <a:solidFill>
                  <a:srgbClr val="34D399"/>
                </a:solidFill>
              </a:defRPr>
            </a:pPr>
            <a:r>
              <a:t>Real-time: POST /predict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API Gateway + Lambda + endpoint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Normalize → invoke → score &gt; threshold?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100 req/s · API Key auth · CORS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66360"/>
            <a:ext cx="13533120" cy="18288"/>
          </a:xfrm>
          <a:prstGeom prst="rect">
            <a:avLst/>
          </a:prstGeom>
          <a:solidFill>
            <a:srgbClr val="23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303520"/>
            <a:ext cx="1280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WHY DUAL-PATH VALIDATION?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778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5CF6"/>
                </a:solidFill>
              </a:defRPr>
            </a:pPr>
            <a:r>
              <a:t>ML path catches novel, unseen failure patterns across the fleet — no domain rules needed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5778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</a:defRPr>
            </a:pPr>
            <a:r>
              <a:t>Filter path provides deterministic, explainable leak rates with severity classification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7086600"/>
            <a:ext cx="13533120" cy="1828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7178040"/>
            <a:ext cx="1353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900"/>
                </a:solidFill>
              </a:defRPr>
            </a:pPr>
            <a:r>
              <a:t>4 features  ·  RCF unsupervised  ·  4× ml.m5.12xlarge  ·  Daily batch + real-time API  ·  99th pctl threshold  ·  Welford's normalization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