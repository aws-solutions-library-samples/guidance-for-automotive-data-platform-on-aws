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MODEL &amp;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8DC"/>
                </a:solidFill>
              </a:defRPr>
            </a:pPr>
            <a:r>
              <a:t>SageMaker Random Cut Forest training, batch inference, real-time API, and anomaly thresholding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TRAINING DATASET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675120" cy="21031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Raw Telemetry (from Redshift):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pressure — tire PSI reading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temperature — tire temp (°F)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vehicle_id — unique vehicle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tire_id — position (FL/FR/RL/RR)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timestamp — event time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Root ETL Output: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Cleaned CSV, partitioned by date/hour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ML ETL Engineered Features: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delta_pressure — lag(pressure) diff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delta_temp — lag(temperature) diff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Normalization (z-score):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(value − mean) / std per feature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Welford's online algorithm for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running mean/std across batches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• Stats stored in SSM Parameter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6675120" cy="45720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Training columns: [pressure, temperature, delta_pressure, delta_temp]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Inference columns: [vehicle_id, tire_id, first_ts, last_ts] + training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MODEL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371600"/>
            <a:ext cx="6492240" cy="26517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4173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Algorithm:</a:t>
            </a:r>
          </a:p>
          <a:p>
            <a:pPr algn="l">
              <a:defRPr sz="1000" b="1">
                <a:solidFill>
                  <a:srgbClr val="38BDF8"/>
                </a:solidFill>
              </a:defRPr>
            </a:pPr>
            <a:r>
              <a:t>SageMaker Random Cut Forest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Unsupervised anomaly detection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No labeled training data required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Outputs anomaly score (0.0 – 1.0)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Learns normal patterns from fleet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Hyperparameters: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feature_dim (number of features)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num_samples_per_tree: 256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num_trees: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14173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Training Infrastructure:</a:t>
            </a:r>
          </a:p>
          <a:p>
            <a:pPr algn="l">
              <a:defRPr sz="1000" b="0">
                <a:solidFill>
                  <a:srgbClr val="38BDF8"/>
                </a:solidFill>
              </a:defRPr>
            </a:pPr>
            <a:r>
              <a:t>• 4× ml.m5.12xlarge instances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400 GiB volume per instance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Max runtime: 3600s (1 hour)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• RCF container from ECR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Training Pipeline (Step Function):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1. ML ETL cleaner Lambda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2. SageMaker Training Job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3. Create SageMaker Model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4. Create/Update Endpoint Config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5. Update Endpoint (or Create new)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BATCH INFERENCE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6675120" cy="15544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Daily Step Function: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1. Lambda reads model name from SSM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2. Starts Batch Transform Job:</a:t>
            </a:r>
          </a:p>
          <a:p>
            <a:pPr algn="l">
              <a:defRPr sz="1000" b="0">
                <a:solidFill>
                  <a:srgbClr val="38BDF8"/>
                </a:solidFill>
              </a:defRPr>
            </a:pPr>
            <a:r>
              <a:t>   • Instance: ml.m5.12xlarge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 • Input: inference data bucket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• InputFilter: features only ($[4:7])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• OutputFilter: metadata +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72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3. Status polling (30s intervals)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4. Raw predictions → S3 (.csv.out)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Anomaly Thresholding:</a:t>
            </a:r>
          </a:p>
          <a:p>
            <a:pPr algn="l">
              <a:defRPr sz="1000" b="1">
                <a:solidFill>
                  <a:srgbClr val="34D399"/>
                </a:solidFill>
              </a:defRPr>
            </a:pPr>
            <a:r>
              <a:t>• 99th percentile of batch scores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Threshold stored in SSM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• Updated each batch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2519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REAL-TIME PREDICTION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526280"/>
            <a:ext cx="6492240" cy="15544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POST /predict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API Gateway → Lambda → SageMaker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Request body: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{ vehicle_id, tire_id,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pressure, temperature,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delta_pressure, delta_temp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Response: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{ anomaly_score: 0.754,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prediction: true }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Flow: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Normalize inputs (z-score from SSM)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→ Invoke SageMaker endpoint (CSV)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→ Score &gt; threshold = anomaly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6172200"/>
            <a:ext cx="6492240" cy="41148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62179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</a:defRPr>
            </a:pPr>
            <a:r>
              <a:t>Rate: 100 req/s · Burst: 200 · Daily quota: 10K · API Key auth · CORS enabled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640080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503 if threshold not yet established (run batch inference first)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WHY DUAL-PATH?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629400"/>
            <a:ext cx="3200400" cy="77724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6751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ML Path (Random Cut Forest)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Catches novel, unseen failure patterns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Fleet-wide learning, no domain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0" y="6629400"/>
            <a:ext cx="3200400" cy="77724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66751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Filter Path (Physics-based)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Deterministic, explainable leak rates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Severity + time-to-threshold estimates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