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CUSTOMER 360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EC8DC"/>
                </a:solidFill>
              </a:defRPr>
            </a:pPr>
            <a:r>
              <a:t>Unified customer profiles with AI-powered root cause analysis across 11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DATA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23444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1600200"/>
            <a:ext cx="123444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39" y="164592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00200"/>
            <a:ext cx="123444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123444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Service</a:t>
            </a:r>
            <a:br/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600200"/>
            <a:ext cx="123444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64592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Contact</a:t>
            </a:r>
            <a:br/>
            <a:r>
              <a:t>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600200"/>
            <a:ext cx="1234440" cy="6400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645920"/>
            <a:ext cx="1143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Surveys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5860" y="2240280"/>
            <a:ext cx="0" cy="22860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91739" y="2240280"/>
            <a:ext cx="0" cy="22860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17620" y="2240280"/>
            <a:ext cx="0" cy="22860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43499" y="2240280"/>
            <a:ext cx="0" cy="22860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69379" y="2240280"/>
            <a:ext cx="0" cy="22860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95260" y="2240280"/>
            <a:ext cx="0" cy="22860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2468880"/>
            <a:ext cx="7955279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514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S3 Data Lake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514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Glue Crawlers → Glue Catalog → Athena (ad-hoc SQL)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788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500K customers · 1.4M interactions · 900K service records · 11 datasets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26280" y="3063240"/>
            <a:ext cx="0" cy="22860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" y="3291840"/>
            <a:ext cx="3657600" cy="10972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37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QuickSight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611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NPS trend by region/model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Customer health score heatmap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Churn risk segmentation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Battery degradation tracking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291840"/>
            <a:ext cx="3931920" cy="10972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3375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Bedrock Agent (Claude)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611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Aurora pgvector for embeddings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Natural language queries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Cross-dataset synthesis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Root cause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DEMO SCENARIO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645920"/>
            <a:ext cx="5029200" cy="73152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1691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7D96"/>
                </a:solidFill>
              </a:defRPr>
            </a:pPr>
            <a:r>
              <a:t>User asks: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"What's causing declining sentiment in the Southeast region?"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658600" y="2377440"/>
            <a:ext cx="0" cy="27432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44000" y="2651760"/>
            <a:ext cx="5029200" cy="12801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697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Bedrock Agent Reasoning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971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1. Queries NPS data → declining in SE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2. Correlates with service records → battery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3. Checks telemetry → high temp exposure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4. Reviews contact center → wait times 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658600" y="3931920"/>
            <a:ext cx="0" cy="22860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144000" y="4160520"/>
            <a:ext cx="5029200" cy="14630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AI-Synthesized Answer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480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Southeast NPS declined 12pts (Q3→Q4).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Root causes identified: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Battery degradation in hot climates (42%)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Service wait times up 3.2 days (31%)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Delayed recall communication (27%)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54880"/>
            <a:ext cx="7955279" cy="50292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800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Sub-second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0017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query response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800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11 datasets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0017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integrated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800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500K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0017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customers scored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8006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NL access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0017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for non-technical users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0" y="5852160"/>
            <a:ext cx="5029200" cy="91440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5897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Why This Matters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6172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472B6"/>
                </a:solidFill>
              </a:defRPr>
            </a:pPr>
            <a:r>
              <a:t>Before: 5 teams, 5 dashboards, no shared truth</a:t>
            </a:r>
          </a:p>
          <a:p>
            <a:pPr algn="l">
              <a:defRPr sz="1000" b="0">
                <a:solidFill>
                  <a:srgbClr val="34D399"/>
                </a:solidFill>
              </a:defRPr>
            </a:pPr>
            <a:r>
              <a:t>After: One question → AI synthesizes all sources</a:t>
            </a:r>
          </a:p>
          <a:p>
            <a:pPr algn="l">
              <a:defRPr sz="1000" b="0">
                <a:solidFill>
                  <a:srgbClr val="FF9900"/>
                </a:solidFill>
              </a:defRPr>
            </a:pPr>
            <a:r>
              <a:t>Impact: Proactive retention, not reactive firefighting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