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PREDICTIVE MAINTENANCE —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C8DC"/>
                </a:solidFill>
              </a:defRPr>
            </a:pPr>
            <a:r>
              <a:t>Dual-path tire failure prediction: ML anomaly detection + physics-based slow leak filtering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8229600" cy="5303520"/>
          </a:xfrm>
          <a:prstGeom prst="roundRect">
            <a:avLst/>
          </a:prstGeom>
          <a:solidFill>
            <a:srgbClr val="12182D"/>
          </a:solidFill>
          <a:ln w="1905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900"/>
                </a:solidFill>
              </a:defRPr>
            </a:pPr>
            <a:r>
              <a:t>← INSERT ARCHITECTURE DIAGRAM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51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① DATA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298448"/>
            <a:ext cx="164592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Redshift Datashare — MMT tire telemetry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Hourly Lambda → SQL query → raw CSV to 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965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② ROOT ETL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212848"/>
            <a:ext cx="137160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2860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Glue Spark (hourly, 30min offset from query)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Clean erroneous values · unit conversions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Weave multi-table by vehicle_id + timestamp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→ S3 partitioned by date/hour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108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③ ML PATH (daily)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3355848"/>
            <a:ext cx="18288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ML ETL: resample 1-day · engineer delta_pressure,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delta_temp · normalize z-score (Welford's → SSM)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Training: SageMaker RCF · 4× ml.m5.12xlarge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Inference: daily batch transform · anomaly scores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Threshold: 99th percentile, stored in SSM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572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</a:defRPr>
            </a:pPr>
            <a:r>
              <a:t>③ FILTERING PATH (nightly)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4818888"/>
            <a:ext cx="2743200" cy="182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8920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Step Function → Lambda → Glue job per tire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Quantile filter (10th pctl rolling window)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Leak rate = ΔPSI / Δdays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Severity: HIGH &gt;3 · MED &gt;2 · LOW &gt;1 PSI/day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Time-to-80-PSI threshold estimate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943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④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6190488"/>
            <a:ext cx="109728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6263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S3 trigger → DynamoDB (PENDING) → SQS →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processor (PROCESSED) · DLQ → cleaner (FAILED)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086600"/>
            <a:ext cx="135331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7178040"/>
            <a:ext cx="1353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</a:defRPr>
            </a:pPr>
            <a:r>
              <a:t>7-14 day advance warning  ·  4 features  ·  Dual-path (ML + physics)  ·  99th pctl threshold  ·  3 severity levels  ·  DynamoDB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