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DATA MESH FOUNDATION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Unified Studio (DataZone V2) — federated catalog, domain ownership, governed self-service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3533120" cy="109728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900"/>
                </a:solidFill>
              </a:defRPr>
            </a:pPr>
            <a:r>
              <a:t>SageMaker Unified Studio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automotive-data-platform  ·  DataZone V2  ·  IAM Identity Center SSO  ·  Automatic user assignment  ·  Web portal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Blueprints: ML Analysis · Tooling (Glue/Athena) · Redshift · EMR · Bedrock    |    Roles: DomainExecution · BlueprintProvisioning · DomainService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3533120" cy="274320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11879"/>
            <a:ext cx="1316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DIAGRAM: Domain → Projects → Blueprints → Data Sources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INFRASTRUCTURE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96128"/>
            <a:ext cx="18288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Networking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VPC (10.0.0.0/16) with 3 private subnets across AZs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NAT Gateway for outbound · VPC endpoints for S3, Glue, SageMaker, Athena, Redshift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Storage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DataZone environment bucket (encrypted, versioned, access-logged)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Glue database for federated catalog · Per-solution S3 data lakes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3492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DATA CATALOG &amp; PERSONAS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5596128"/>
            <a:ext cx="2743200" cy="182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566928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Publishing pipeline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Glue databases → DataZone create data source → run discovery → accept → publish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Assets: Customer 360, vehicle telemetry, tire prediction, sales, weather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Persona workflows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Data Engineer: Glue ETL, Athena validation, publish to catalog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ML Engineer: SageMaker notebooks, model training, experiment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DataZone V2  ·  SSO  ·  5 blueprints  ·  3-AZ VPC  ·  Federated catalog  ·  Domain ownership  ·  CloudFormation IaC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