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9900"/>
                </a:solidFill>
              </a:defRPr>
            </a:pPr>
            <a:r>
              <a:t>PREDICTIVE MAINTENANCE — MODEL &amp; 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EC8DC"/>
                </a:solidFill>
              </a:defRPr>
            </a:pPr>
            <a:r>
              <a:t>SageMaker Random Cut Forest training, batch inference, real-time API, and anomaly thresholding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45720" cy="5760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</a:defRPr>
            </a:pPr>
            <a:r>
              <a:t>TRAINING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44168"/>
            <a:ext cx="2011680" cy="182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Raw features from Redshift telemetry: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pressure (PSI) · temperature (°F) · vehicle_id · tire_id · timestamp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FFFFFF"/>
                </a:solidFill>
              </a:defRPr>
            </a:pPr>
            <a:r>
              <a:t>Engineered features (ML ETL Glue job):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delta_pressure (lag diff) · delta_temp (lag diff)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Normalization: z-score via Welford's online algorithm, stats persisted in SSM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</a:defRPr>
            </a:pPr>
            <a:r>
              <a:t>MODEL CONFIGURATION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990088"/>
            <a:ext cx="2560320" cy="182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</a:defRPr>
            </a:pPr>
            <a:r>
              <a:t>Algorithm: SageMaker Random Cut Forest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Unsupervised anomaly detection — no labeled data required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Outputs anomaly score (0.0 – 1.0) per observation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FFFFFF"/>
                </a:solidFill>
              </a:defRPr>
            </a:pPr>
            <a:r>
              <a:t>Hyperparameters: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feature_dim · num_samples_per_tree: 256 · num_trees: 100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FFFFFF"/>
                </a:solidFill>
              </a:defRPr>
            </a:pPr>
            <a:r>
              <a:t>Infrastructure: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Training: 4× ml.m5.12xlarge · 400 GiB volume · max 1 hour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Model artifacts → S3 → SageMaker Model → Endpoint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091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</a:defRPr>
            </a:pPr>
            <a:r>
              <a:t>TRAINING 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956048"/>
            <a:ext cx="2103120" cy="182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02920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Step Function orchestration: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1. ML ETL cleaner Lambda (prep training data)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2. Generate unique job ID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3. SageMaker CreateTrainingJob (RCF container from ECR)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4. CreateModel from trained artifacts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5. Update model name in SSM Parameter Store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6. CreateEndpointConfig → UpdateEndpoint (or Create if first run)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1097280"/>
            <a:ext cx="45720" cy="57607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0972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</a:defRPr>
            </a:pPr>
            <a:r>
              <a:t>BATCH INFERENCE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1344168"/>
            <a:ext cx="1828800" cy="182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141732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Daily Step Function: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1. Lambda reads model name from SSM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2. SageMaker Batch Transform (ml.m5.12xlarge)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   InputFilter: features only ($[4:7])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   OutputFilter: metadata + anomaly score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3. Status polling Lambda (30s intervals)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4. Raw predictions → S3 (.csv.out)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0175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</a:defRPr>
            </a:pPr>
            <a:r>
              <a:t>ANOMALY THRESHOLDING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3264408"/>
            <a:ext cx="2560320" cy="182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333756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</a:defRPr>
            </a:pPr>
            <a:r>
              <a:t>99th percentile of batch anomaly scores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Threshold updated in SSM each batch run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Score &gt; threshold → anomaly alert triggered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Dynamic: adapts as fleet data distribution changes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2976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</a:defRPr>
            </a:pPr>
            <a:r>
              <a:t>REAL-TIME API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4544568"/>
            <a:ext cx="1554480" cy="182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461772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4D399"/>
                </a:solidFill>
              </a:defRPr>
            </a:pPr>
            <a:r>
              <a:t>POST /predict  (API Gateway + Lambda + SageMaker endpoint)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Request: { vehicle_id, tire_id, pressure, temperature,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           delta_pressure, delta_temp }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Response: { anomaly_score: 0.754, prediction: true }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Lambda normalizes inputs using SSM stats → invokes endpoint (CSV)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Rate: 100 req/s · Burst: 200 · Daily: 10K · API Key auth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7086600"/>
            <a:ext cx="13533120" cy="1828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7178040"/>
            <a:ext cx="1353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9900"/>
                </a:solidFill>
              </a:defRPr>
            </a:pPr>
            <a:r>
              <a:t>Training: 4 features · RCF unsupervised · 4× ml.m5.12xlarge  |  Inference: daily batch + real-time API  |  Threshold: 99th pctl dynamic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7863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