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9900"/>
                </a:solidFill>
              </a:defRPr>
            </a:pPr>
            <a:r>
              <a:t>GETTING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EC8DC"/>
                </a:solidFill>
              </a:defRPr>
            </a:pPr>
            <a:r>
              <a:t>Three open-source solutions you can deploy today — MIT-0 licensed, production-ready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45720" cy="4389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188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</a:defRPr>
            </a:pPr>
            <a:r>
              <a:t>CUSTOMER 360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59" y="1463040"/>
            <a:ext cx="292608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5448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What you get: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EC8DC"/>
                </a:solidFill>
              </a:defRPr>
            </a:pPr>
            <a:r>
              <a:t>S3 data lake · Glue catalog (11 tables)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EC8DC"/>
                </a:solidFill>
              </a:defRPr>
            </a:pPr>
            <a:r>
              <a:t>Athena views · QuickSight dashboards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EC8DC"/>
                </a:solidFill>
              </a:defRPr>
            </a:pPr>
            <a:r>
              <a:t>Aurora pgvector · Bedrock Agent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EC8DC"/>
                </a:solidFill>
              </a:defRPr>
            </a:pPr>
            <a:r>
              <a:t>500K synthetic customers included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Deploy: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EC8DC"/>
                </a:solidFill>
              </a:defRPr>
            </a:pPr>
            <a:r>
              <a:t>6 CDK stacks · ~30 min to deploy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6E7D96"/>
                </a:solidFill>
              </a:defRPr>
            </a:pPr>
            <a:r>
              <a:t>npm install → cdk deploy --all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Prerequisites: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EC8DC"/>
                </a:solidFill>
              </a:defRPr>
            </a:pPr>
            <a:r>
              <a:t>AWS account · CDK CLI · Node.js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6E7D96"/>
                </a:solidFill>
              </a:defRPr>
            </a:pPr>
            <a:r>
              <a:t>QuickSight subscription (for dashboards)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300"/>
              </a:spcBef>
              <a:defRPr sz="1000" b="1">
                <a:solidFill>
                  <a:srgbClr val="34D399"/>
                </a:solidFill>
              </a:defRPr>
            </a:pPr>
            <a:r>
              <a:t>Cost: ~$114/mo (serverless baseline)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1188720"/>
            <a:ext cx="45720" cy="4389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59" y="1188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</a:defRPr>
            </a:pPr>
            <a:r>
              <a:t>PREDICTIVE MAINTENANCE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59" y="1463040"/>
            <a:ext cx="2743200" cy="182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59" y="155448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What you get: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EC8DC"/>
                </a:solidFill>
              </a:defRPr>
            </a:pPr>
            <a:r>
              <a:t>Dual-path prediction pipeline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EC8DC"/>
                </a:solidFill>
              </a:defRPr>
            </a:pPr>
            <a:r>
              <a:t>SageMaker RCF training + inference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EC8DC"/>
                </a:solidFill>
              </a:defRPr>
            </a:pPr>
            <a:r>
              <a:t>Physics-based slow leak detection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EC8DC"/>
                </a:solidFill>
              </a:defRPr>
            </a:pPr>
            <a:r>
              <a:t>Real-time API + batch processing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EC8DC"/>
                </a:solidFill>
              </a:defRPr>
            </a:pPr>
            <a:r>
              <a:t>Alerts system (DynamoDB + SQS)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Deploy: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EC8DC"/>
                </a:solidFill>
              </a:defRPr>
            </a:pPr>
            <a:r>
              <a:t>CDK (Python) · make build &amp;&amp; make deploy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6E7D96"/>
                </a:solidFill>
              </a:defRPr>
            </a:pPr>
            <a:r>
              <a:t>Requires Redshift datashare setup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Prerequisites: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EC8DC"/>
                </a:solidFill>
              </a:defRPr>
            </a:pPr>
            <a:r>
              <a:t>AWS account · Python 3.12 · Poetry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6E7D96"/>
                </a:solidFill>
              </a:defRPr>
            </a:pPr>
            <a:r>
              <a:t>CDK CLI · Redshift data source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300"/>
              </a:spcBef>
              <a:defRPr sz="1000" b="1">
                <a:solidFill>
                  <a:srgbClr val="34D399"/>
                </a:solidFill>
              </a:defRPr>
            </a:pPr>
            <a:r>
              <a:t>Built with Amazon Middle Mile fleet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92640" y="1188720"/>
            <a:ext cx="45720" cy="43891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0" y="1188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</a:defRPr>
            </a:pPr>
            <a:r>
              <a:t>DATA MESH FOUNDATION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66960" y="1463040"/>
            <a:ext cx="2560320" cy="182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0" y="155448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What you get: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EC8DC"/>
                </a:solidFill>
              </a:defRPr>
            </a:pPr>
            <a:r>
              <a:t>SageMaker Unified Studio domain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EC8DC"/>
                </a:solidFill>
              </a:defRPr>
            </a:pPr>
            <a:r>
              <a:t>DataZone V2 with SSO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EC8DC"/>
                </a:solidFill>
              </a:defRPr>
            </a:pPr>
            <a:r>
              <a:t>5 blueprints (ML, Glue, Redshift,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EC8DC"/>
                </a:solidFill>
              </a:defRPr>
            </a:pPr>
            <a:r>
              <a:t>EMR, Bedrock)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EC8DC"/>
                </a:solidFill>
              </a:defRPr>
            </a:pPr>
            <a:r>
              <a:t>VPC + networking + Glue catalog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Deploy: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EC8DC"/>
                </a:solidFill>
              </a:defRPr>
            </a:pPr>
            <a:r>
              <a:t>CloudFormation · deploy-complete-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6E7D96"/>
                </a:solidFill>
              </a:defRPr>
            </a:pPr>
            <a:r>
              <a:t>platform.sh (automated)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Prerequisites: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EC8DC"/>
                </a:solidFill>
              </a:defRPr>
            </a:pPr>
            <a:r>
              <a:t>AWS account · IAM Identity Center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6E7D96"/>
                </a:solidFill>
              </a:defRPr>
            </a:pPr>
            <a:r>
              <a:t>AWS CLI · CloudFormation access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300"/>
              </a:spcBef>
              <a:defRPr sz="1000" b="1">
                <a:solidFill>
                  <a:srgbClr val="34D399"/>
                </a:solidFill>
              </a:defRPr>
            </a:pPr>
            <a:r>
              <a:t>Connects all solutions together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806440"/>
            <a:ext cx="13533120" cy="18288"/>
          </a:xfrm>
          <a:prstGeom prst="rect">
            <a:avLst/>
          </a:prstGeom>
          <a:solidFill>
            <a:srgbClr val="23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03504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</a:defRPr>
            </a:pPr>
            <a:r>
              <a:t>ALL THREE SOLUTIONS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309360"/>
            <a:ext cx="2560320" cy="1828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License: MIT-0 (no attribution required)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BEC8DC"/>
                </a:solidFill>
              </a:defRPr>
            </a:pPr>
            <a:r>
              <a:t>Language: TypeScript (CDK) + Python (Lambda/Glue)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E7D96"/>
                </a:solidFill>
              </a:defRPr>
            </a:pPr>
            <a:r>
              <a:t>Region: us-east-1 (default, configurable)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64008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Deploy independently or together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BEC8DC"/>
                </a:solidFill>
              </a:defRPr>
            </a:pPr>
            <a:r>
              <a:t>Data Mesh Foundation unifies catalog across solutions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E7D96"/>
                </a:solidFill>
              </a:defRPr>
            </a:pPr>
            <a:r>
              <a:t>Modular — adopt one, two, or all three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7863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