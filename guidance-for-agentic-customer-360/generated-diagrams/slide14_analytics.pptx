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182880"/>
            <a:ext cx="502920" cy="50292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E1220"/>
                </a:solidFill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9900"/>
                </a:solidFill>
              </a:defRPr>
            </a:pPr>
            <a:r>
              <a:t>DATA &amp;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68580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B5CF6"/>
                </a:solidFill>
              </a:defRPr>
            </a:pPr>
            <a:r>
              <a:t>Amazon S3 + Athena + SageMaker — Serverless data lake for vehicle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Capabilities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6400800" cy="4206240"/>
          </a:xfrm>
          <a:prstGeom prst="roundRect">
            <a:avLst/>
          </a:prstGeom>
          <a:solidFill>
            <a:srgbClr val="141C34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FFFFFF"/>
                </a:solidFill>
              </a:defRPr>
            </a:pPr>
            <a:r>
              <a:t>Serverless data lake that stores, queries, and learns from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petabytes of vehicle data — no infrastructure to manage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▸  S3 as the foundation — unlimited storage with tiered pricing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   (Standard → Intelligent-Tiering → Glacier) for hot/warm/cold data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▸  S3 Tables (Apache Iceberg) — ACID transactions, time travel,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   and schema evolution on vehicle data without ETL pipelines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▸  Athena — serverless SQL queries directly on S3 data, pay per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   query scanned. No clusters, no loading, no waiting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▸  Glue Data Catalog — unified metadata across all vehicle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   datasets with automatic schema discovery via crawlers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▸  SageMaker — build, train, and deploy ML models on vehicle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   data for predictive maintenance, anomaly detection, and ADAS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12801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Differentiators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1691640"/>
            <a:ext cx="6858000" cy="4206240"/>
          </a:xfrm>
          <a:prstGeom prst="roundRect">
            <a:avLst/>
          </a:prstGeom>
          <a:solidFill>
            <a:srgbClr val="141C34"/>
          </a:solidFill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52360" y="1783080"/>
            <a:ext cx="6400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FFFFFF"/>
                </a:solidFill>
              </a:defRPr>
            </a:pPr>
            <a:r>
              <a:t>vs. Snowflake / Databricks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No data movement required — query data where it lands in S3.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No warehouse to size or pay for when idle. S3 + Athena is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10-30x cheaper for intermittent analytical workloads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</a:p>
          <a:p>
            <a:pPr algn="l">
              <a:spcAft>
                <a:spcPts val="600"/>
              </a:spcAft>
              <a:defRPr sz="1300" b="0">
                <a:solidFill>
                  <a:srgbClr val="FFFFFF"/>
                </a:solidFill>
              </a:defRPr>
            </a:pPr>
            <a:r>
              <a:t>vs. Traditional data warehouses (Teradata, Oracle)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Decouple storage from compute — scale each independently.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No capacity planning, no licensing, no migration projects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</a:p>
          <a:p>
            <a:pPr algn="l">
              <a:spcAft>
                <a:spcPts val="600"/>
              </a:spcAft>
              <a:defRPr sz="1300" b="0">
                <a:solidFill>
                  <a:srgbClr val="FFFFFF"/>
                </a:solidFill>
              </a:defRPr>
            </a:pPr>
            <a:r>
              <a:t>Open formats, no lock-in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Data stays in Parquet/Iceberg on S3 — accessible by Athena,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Spark, Databricks, Snowflake, or any tool. You own your data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</a:p>
          <a:p>
            <a:pPr algn="l">
              <a:spcAft>
                <a:spcPts val="600"/>
              </a:spcAft>
              <a:defRPr sz="1300" b="0">
                <a:solidFill>
                  <a:srgbClr val="FFFFFF"/>
                </a:solidFill>
              </a:defRPr>
            </a:pPr>
            <a:r>
              <a:t>Pay-as-you-go at every layer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S3 storage per GB/month, Athena per TB scanned, SageMaker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per training hour. Zero upfront costs, zero licenses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126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E7D96"/>
                </a:solidFill>
              </a:defRPr>
            </a:pPr>
            <a:r>
              <a:t>Automotive Use Cases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6446520"/>
            <a:ext cx="4389120" cy="640080"/>
          </a:xfrm>
          <a:prstGeom prst="roundRect">
            <a:avLst/>
          </a:prstGeom>
          <a:solidFill>
            <a:srgbClr val="141C34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4739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Vehicle Data Lake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72084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EC8DC"/>
                </a:solidFill>
              </a:defRPr>
            </a:pPr>
            <a:r>
              <a:t>Centralized telemetry, DTC, and sensor data at petabyte scale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0" y="6446520"/>
            <a:ext cx="4389120" cy="640080"/>
          </a:xfrm>
          <a:prstGeom prst="roundRect">
            <a:avLst/>
          </a:prstGeom>
          <a:solidFill>
            <a:srgbClr val="141C34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0" y="64739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Fleet Analytics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672084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EC8DC"/>
                </a:solidFill>
              </a:defRPr>
            </a:pPr>
            <a:r>
              <a:t>SQL-based fleet health, utilization, and trend analysis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92640" y="6446520"/>
            <a:ext cx="4389120" cy="640080"/>
          </a:xfrm>
          <a:prstGeom prst="roundRect">
            <a:avLst/>
          </a:prstGeom>
          <a:solidFill>
            <a:srgbClr val="141C34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19" y="64739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ML &amp; Prediction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19" y="672084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EC8DC"/>
                </a:solidFill>
              </a:defRPr>
            </a:pPr>
            <a:r>
              <a:t>Battery degradation, predictive maintenance, ADAS models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7863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7D96"/>
                </a:solidFill>
              </a:defRPr>
            </a:pPr>
            <a:r>
              <a:t>© 2026, Amazon Web Services, Inc. or its affiliates. All rights 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