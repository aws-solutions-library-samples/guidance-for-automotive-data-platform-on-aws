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THE PROBLEM: AUTOMOTIVE DATA LIVES IN SILOS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Each system owns a piece of the customer — none of them see the full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286000" cy="13716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CRM</a:t>
            </a:r>
            <a:br/>
            <a: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D96"/>
                </a:solidFill>
              </a:defRPr>
            </a:pPr>
            <a:r>
              <a:t>Salesforce</a:t>
            </a:r>
            <a:br/>
            <a:r>
              <a:t>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71600"/>
            <a:ext cx="2286000" cy="13716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Dealer Mgmt</a:t>
            </a:r>
            <a:br/>
            <a: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D96"/>
                </a:solidFill>
              </a:defRPr>
            </a:pPr>
            <a:r>
              <a:t>CDK · Reynolds</a:t>
            </a:r>
            <a:br/>
            <a:r>
              <a:t>&amp; Reynolds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354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371600"/>
            <a:ext cx="2286000" cy="13716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Vehicle</a:t>
            </a:r>
            <a:br/>
            <a:r>
              <a:t>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D96"/>
                </a:solidFill>
              </a:defRPr>
            </a:pPr>
            <a:r>
              <a:t>IoT · TCU</a:t>
            </a:r>
            <a:br/>
            <a:r>
              <a:t>CAN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958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371600"/>
            <a:ext cx="2286000" cy="13716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D96"/>
                </a:solidFill>
              </a:defRPr>
            </a:pPr>
            <a:r>
              <a:t>DMS · Warranty</a:t>
            </a:r>
            <a:br/>
            <a:r>
              <a:t>Recall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562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1371600"/>
            <a:ext cx="2286000" cy="137160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Contact</a:t>
            </a:r>
            <a:br/>
            <a:r>
              <a:t>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103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D96"/>
                </a:solidFill>
              </a:defRPr>
            </a:pPr>
            <a:r>
              <a:t>IVR · Chat</a:t>
            </a:r>
            <a:br/>
            <a:r>
              <a:t>Email · SMS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Questions OEMs can't answer today: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0440"/>
            <a:ext cx="13533120" cy="59436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"Which high-value customers are at risk of churning?"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40480"/>
            <a:ext cx="1234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Requires CRM + telemetry + service + contact center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06240"/>
            <a:ext cx="13533120" cy="59436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519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"Can we predict and prevent failures before they strand a customer?"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26279"/>
            <a:ext cx="1234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Requires telemetry + service history + parts inventory + ML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3533120" cy="59436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377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"What's the root cause of declining customer sentiment?"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79"/>
            <a:ext cx="1234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Requires NPS + case data + vehicle health + interaction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577840"/>
            <a:ext cx="13533120" cy="59436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235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"How do we comply with EU Data Act while sharing vehicle data?"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97879"/>
            <a:ext cx="1234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Requires governance + PII detection + regional data residency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355080"/>
            <a:ext cx="13533120" cy="5486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You don't have a data problem — you have a data silo problem. The Automotive Data Platform solves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