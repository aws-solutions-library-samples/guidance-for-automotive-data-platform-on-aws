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MODEL &amp;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Random Cut Forest training, batch inference, real-time API, and anomaly thresholding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45720" cy="5760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DATASET &amp;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1344168"/>
            <a:ext cx="22860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Source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Redshift Datashare — MMT tire telemetry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Hourly Lambda query → S3 raw bucket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Root ETL (Glue Spark, hourly)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Clean · convert units · weave tables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→ S3 partitioned by date/hour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ML ETL (daily Step Function)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Resample to 1-day intervals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Group by vehicle_id + tire_id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Raw Features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pressure (PSI)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temperature (°F)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vehicle_id, tire_id, timestamp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Engineered Features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delta_pressure (lag difference)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delta_temp (lag difference)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Normalization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Z-score: (val − mean) / std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Welford's online algorithm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Running stats → SSM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051560"/>
            <a:ext cx="45720" cy="5760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MODEL &amp;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59" y="1344168"/>
            <a:ext cx="210312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Algorithm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38BDF8"/>
                </a:solidFill>
              </a:defRPr>
            </a:pPr>
            <a:r>
              <a:t>SageMaker Random Cut Forest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Unsupervised anomaly detection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No labeled data required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Score output: 0.0 – 1.0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Hyperparameters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feature_dim (4 features)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num_samples_per_tree: 256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num_trees: 100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Training: 4× ml.m5.12xlarge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Volume: 400 GiB per instance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Max runtime: 3600s (1 hour)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Pipeline (Step Function)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1. ETL cleaner Lambda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2. CreateTrainingJob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3. CreateModel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4. Update SSM model name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5. Create/Update 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051560"/>
            <a:ext cx="45720" cy="5760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INFERENCE &amp;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344168"/>
            <a:ext cx="18288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Batch (daily Step Function)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Lambda reads model from SSM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Batch Transform: ml.m5.12xlarge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InputFilter: $[4:7] (features)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OutputFilter: metadata + score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Polling: 30s until complete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→ S3 raw predictions (.csv.out)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Thresholding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FBBF24"/>
                </a:solidFill>
              </a:defRPr>
            </a:pPr>
            <a:r>
              <a:t>99th percentile of batch scores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Updated in SSM each run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Dynamic: adapts to fleet changes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Real-time API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34D399"/>
                </a:solidFill>
              </a:defRPr>
            </a:pPr>
            <a:r>
              <a:t>POST /predict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API Gateway + Lambda + endpoint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Input: 6 fields (vehicle, tire, sensors)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Output: { score, prediction }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Normalize → invoke → threshold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Rate Limits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100 req/s · Burst: 200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Daily: 10K · API Key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4 features  ·  RCF unsupervised  ·  4× ml.m5.12xlarge  ·  Daily batch + real-time  ·  99th pctl threshold  ·  Welford's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