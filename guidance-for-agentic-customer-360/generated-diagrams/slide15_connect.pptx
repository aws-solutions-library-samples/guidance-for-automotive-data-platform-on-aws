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CUSTOMER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</a:defRPr>
            </a:pPr>
            <a:r>
              <a:t>Amazon Connect — AI-powered contact center triggered by vehicle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Cloud-native contact center that closes the loop between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vehicle events and customer action — proactive, not reactive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Omnichannel — voice, chat, SMS, email, and in-app from 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single platform. Customers choose their preferred channel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Event-driven engagement — vehicle DTC triggers automatic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outreach: "We detected low tire pressure, schedule service?"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Amazon Q in Connect — generative AI agent assist that gives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advisors real-time vehicle context, repair history, and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recommended next actions during live calls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Contact Lens — real-time sentiment analysis, automatic call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summarization, and quality management across every interaction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Outbound campaigns — proactive recall notifications, service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reminders, and OTA update confirmations at fleet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Differentiators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Genesys / Five9 / legacy CCaaS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per-seat licensing — pay per minute of use. A 10,000-seat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contact center costs the same as 10 seats when idle. Scales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instantly for recall events or seasonal spikes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Salesforce Service Cloud Voice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Connect IS the telephony — not a wrapper. Salesforce integrates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natively with Connect (Service Cloud Voice) for CRM + contact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center in one. Best of both worlds, not either/or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Native vehicle data integration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IoT Core events flow directly into Connect via Lambda —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vehicle context is on the advisor's screen before the customer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even explains the problem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Pay-as-you-go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Per-minute pricing, no upfront costs, no minimum commitments,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long-term contracts. Deploy in minutes, not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Automotive Use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Proactive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Vehicle events trigger outreach before customer calls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Recall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Automated outbound campaigns for safety recalls at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Roadside Assist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Real-time vehicle location + diagnostics to dispatch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