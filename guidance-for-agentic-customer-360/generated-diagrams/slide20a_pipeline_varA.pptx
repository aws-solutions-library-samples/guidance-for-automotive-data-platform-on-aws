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9900"/>
                </a:solidFill>
              </a:defRPr>
            </a:pPr>
            <a:r>
              <a:t>PREDICTIVE MAINTENANCE — 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EC8DC"/>
                </a:solidFill>
              </a:defRPr>
            </a:pPr>
            <a:r>
              <a:t>Dual-path tire failure prediction: ML anomaly detection + physics-based slow leak filtering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3533120" cy="3657600"/>
          </a:xfrm>
          <a:prstGeom prst="roundRect">
            <a:avLst/>
          </a:prstGeom>
          <a:solidFill>
            <a:srgbClr val="12182D"/>
          </a:solidFill>
          <a:ln w="19050">
            <a:solidFill>
              <a:srgbClr val="FF99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316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9900"/>
                </a:solidFill>
              </a:defRPr>
            </a:pPr>
            <a:r>
              <a:t>← INSERT ARCHITECTURE DIAGRAM: Redshift → Root ETL → [ML Path | Filter Path] → Alerts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</a:defRPr>
            </a:pPr>
            <a:r>
              <a:t>DATA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Redshift Datashare (MMT telemetry)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Hourly SQL query via Lambda → S3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Fields: pressure, temperature,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vehicle_id, tire_id, timestamp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4937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</a:defRPr>
            </a:pPr>
            <a:r>
              <a:t>ROOT ETL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5212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Glue Spark job (hourly, 30min offset)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Clean · convert units · weave tables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Output: S3 partitioned by date/hour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Feeds both ML and Filtering paths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4937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</a:defRPr>
            </a:pPr>
            <a:r>
              <a:t>ML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5212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Daily ML ETL → resample to 1-day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Engineer: delta_pressure, delta_temp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Normalize: z-score (Welford's → SSM)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SageMaker RCF → anomaly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4937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</a:defRPr>
            </a:pPr>
            <a:r>
              <a:t>FILTERING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5212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Nightly Step Function → Glue job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Quantile filter (10th pctl rolling)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Leak rate = ΔPSI / Δdays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Severity: H&gt;3 · M&gt;2 · L&gt;1 PSI/day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63640"/>
            <a:ext cx="13533120" cy="18288"/>
          </a:xfrm>
          <a:prstGeom prst="rect">
            <a:avLst/>
          </a:prstGeom>
          <a:solidFill>
            <a:srgbClr val="23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00"/>
                </a:solidFill>
              </a:defRPr>
            </a:pPr>
            <a:r>
              <a:t>ALERTS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6400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EC8DC"/>
                </a:solidFill>
              </a:defRPr>
            </a:pPr>
            <a:r>
              <a:t>Both paths → S3 upload triggers alerts-transformer Lambda → DynamoDB (PENDING) → SQS → processor (PROCESSED) → DLQ → cleaner (FAILED)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6E7D96"/>
                </a:solidFill>
              </a:defRPr>
            </a:pPr>
            <a:r>
              <a:t>ML threshold: 99th percentile of batch scores, stored in SSM · Filtering: severity classification + time-to-80-PSI estimate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7086600"/>
            <a:ext cx="13533120" cy="1828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7178040"/>
            <a:ext cx="1353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900"/>
                </a:solidFill>
              </a:defRPr>
            </a:pPr>
            <a:r>
              <a:t>7-14 day advance warning  ·  4 features (pressure, temp, Δp, Δt)  ·  Dual-path validation  ·  99th percentile threshold  ·  3 severity levels  ·  DynamoDB alert lifecycle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