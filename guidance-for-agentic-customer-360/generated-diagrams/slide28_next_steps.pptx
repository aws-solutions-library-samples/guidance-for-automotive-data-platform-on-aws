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9900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515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EC8DC"/>
                </a:solidFill>
              </a:defRPr>
            </a:pPr>
            <a:r>
              <a:t>Clone the repo and deploy to a sandbox account — see it running in under an hour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990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EC8DC"/>
                </a:solidFill>
              </a:defRPr>
            </a:pPr>
            <a:r>
              <a:t>Half-day hands-on session — deploy the platform, connect your data, build your first dashboard and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990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612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6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EC8DC"/>
                </a:solidFill>
              </a:defRPr>
            </a:pPr>
            <a:r>
              <a:t>4-6 week engagement — adapt the platform to your OEM data, validate with real telemetry, measure outcomes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WHAT YOU WALK AWAY WITH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81728"/>
            <a:ext cx="320040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846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1206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Running platform in your account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500K customer dataset loaded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QuickSight dashboards live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Bedrock Agent answering questions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E7D96"/>
                </a:solidFill>
              </a:defRPr>
            </a:pPr>
            <a:r>
              <a:t>Predictive pipeline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846320"/>
            <a:ext cx="45720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59" y="4846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51206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Everything in Explore, plus: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Hands-on with your team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Custom agent prompts for your use case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Architecture review for production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E7D96"/>
                </a:solidFill>
              </a:defRPr>
            </a:pPr>
            <a:r>
              <a:t>Identified gaps and next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4846320"/>
            <a:ext cx="45720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4846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1206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Everything in Workshop, plus: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Connected to your real data sources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Tuned ML models on your fleet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BEC8DC"/>
                </a:solidFill>
              </a:defRPr>
            </a:pPr>
            <a:r>
              <a:t>Production-ready architecture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6E7D96"/>
                </a:solidFill>
              </a:defRPr>
            </a:pPr>
            <a:r>
              <a:t>Measured ROI and business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94944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7086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</a:defRPr>
            </a:pPr>
            <a:r>
              <a:t>Let's start the conversation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7452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EC8DC"/>
                </a:solidFill>
              </a:defRPr>
            </a:pPr>
            <a:r>
              <a:t>Your AWS account team can schedule any of these engagements — or reach out directly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