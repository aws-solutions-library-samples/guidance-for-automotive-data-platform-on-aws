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E1220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DEVICE 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AWS IoT Core — Managed MQTT for Connected Vehicles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What IoT Core Does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400800" cy="42062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Fully managed MQTT message broker that securely connects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millions of vehicles and routes trillions of messages to AWS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Bi-directional vehicle-to-cloud communication using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MQTT 5 with full backwards compatibility to MQTT 3.1.1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mTLS authentication with X.509 certificates — no AWS-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specific software required onboard (any MQTT client works)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Multi-region deployment with Route 53 geo-routing for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global fleets and local data residency compliance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Shared subscriptions for load-balanced message processing,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request/response patterns, message expiry, retained messages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IoT Rules Engine routes messages to 15+ AWS services —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S3, Kinesis, Lambda, Timestream, and more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280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Why IoT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691640"/>
            <a:ext cx="6858000" cy="42062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17830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Proven at automotive scale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Toyota, Honda, Mercedes-Benz (20M+ vehicles), WirelessCar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(11M vehicles) — all run production platforms on IoT Core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Build to a specification, not a service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Standard MQTT protocol means no vendor lock-in — any open-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source client (Eclipse Paho, Mosquitto) on any OS (QNX, Linux)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Scales without capacity planning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Auto-scales to millions of concurrent connections with 99.9%+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SLA — no brokers to provision, patch, or manage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Purpose-built for automotive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AWS co-developed MQTT 5 features with Toyota — TLS 1.3,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large payload support, static IPs, and dedicated device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gateways built from OEM requirements (Mercedes-Benz)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E7D96"/>
                </a:solidFill>
              </a:defRPr>
            </a:pPr>
            <a:r>
              <a:t>Companion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IoT FleetWise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Intelligent vehicle data collection &amp; campaigns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IoT Device Mgmt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OTA jobs, fleet indexing, device shadows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19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IoT Greengrass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19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Edge runtime for local compute &amp; ML 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